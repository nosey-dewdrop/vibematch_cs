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673AB7"/>
                </a:solidFill>
                <a:latin typeface="Arial"/>
              </a:rPr>
              <a:t>VibeMatch</a:t>
            </a:r>
          </a:p>
          <a:p>
            <a:pPr algn="ctr">
              <a:spcAft>
                <a:spcPts val="2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Bilkent ogrencileri icin topluluk eslestirme uygulamasi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CFB9EE"/>
                </a:solidFill>
                <a:latin typeface="Arial"/>
              </a:rPr>
              <a:t>Damla Su Bilge  —  Backend &amp; Sistem Entegrasyonu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73AB7"/>
                </a:solidFill>
                <a:latin typeface="Arial"/>
              </a:rPr>
              <a:t>VibeMatch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8233C"/>
                </a:solidFill>
                <a:latin typeface="Arial"/>
              </a:rPr>
              <a:t>Benim isim: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28233C"/>
                </a:solidFill>
                <a:latin typeface="Arial"/>
              </a:rPr>
              <a:t>Ekip arayuzu hazirlamisti, ama o arayuz sadece HAFIZADA calisiyordu — uygulama kapaninca hesaplar, mesajlar siliniyordu.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28233C"/>
                </a:solidFill>
                <a:latin typeface="Arial"/>
              </a:rPr>
              <a:t>Ben gercek bir ISTEMCI-SUNUCU sistemi, bir VERITABANI ve SOCKET haberlesmesi yazdim.</a:t>
            </a:r>
          </a:p>
          <a:p>
            <a:pPr algn="l">
              <a:spcAft>
                <a:spcPts val="2400"/>
              </a:spcAft>
            </a:pPr>
            <a:r>
              <a:rPr sz="2000" b="0">
                <a:solidFill>
                  <a:srgbClr val="28233C"/>
                </a:solidFill>
                <a:latin typeface="Arial"/>
              </a:rPr>
              <a:t>Sonra arayuzun her ekranini bu sisteme bagladim.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388E3C"/>
                </a:solidFill>
                <a:latin typeface="Arial"/>
              </a:rPr>
              <a:t>Iki kisi ayri bilgisayardan ayni anda mesajlasabiliyor  •  Veriler kalici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73AB7"/>
                </a:solidFill>
                <a:latin typeface="Arial"/>
              </a:rPr>
              <a:t>VibeMatch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8233C"/>
                </a:solidFill>
                <a:latin typeface="Arial"/>
              </a:rPr>
              <a:t>Mimari — Client-Server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VibeMatch bir client-server uygulamasi. Tek sunucu calisiyor, istemciler ona TCP socket ile baglaniyor.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Neden? Cok kullanicili bir sistem — benim yazdigim mesajin karsi tarafa gitmesi lazim. Herkes kendi hafizasinda calissaydi imkansizdi. Veriyi tek merkezde, sunucuda tutuyoruz.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Sunucu acilisi: ServerMain sirayla → veritabanini acar → ornek veriyi yukler → 5050 portunda socket acip dinler.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673AB7"/>
                </a:solidFill>
                <a:latin typeface="Arial"/>
              </a:rPr>
              <a:t>Kritik karar: her istemciye ayri bir thread (thread-per-client) — herkes ayni anda, birbirini bekletmeden.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73AB7"/>
                </a:solidFill>
                <a:latin typeface="Arial"/>
              </a:rPr>
              <a:t>VibeMatch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8233C"/>
                </a:solidFill>
                <a:latin typeface="Arial"/>
              </a:rPr>
              <a:t>Mimari — hazir cevap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332720" cy="3108960"/>
          </a:xfrm>
          <a:prstGeom prst="roundRect">
            <a:avLst/>
          </a:prstGeom>
          <a:solidFill>
            <a:srgbClr val="EC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673AB7"/>
                </a:solidFill>
                <a:latin typeface="Arial"/>
              </a:rPr>
              <a:t>"Thread'ler ayni anda DB'ye yazinca race condition olmaz mi?"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8233C"/>
                </a:solidFill>
                <a:latin typeface="Arial"/>
              </a:rPr>
              <a:t>Oluyordu, cozduk. SQLite baglantisi thread-safe degil, o yuzden tum DB erisimini tek bir kilit (ReentrantLock) ile siraya soktuk. Her istek kilidi alip birakiyor.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388E3C"/>
                </a:solidFill>
                <a:latin typeface="Arial"/>
              </a:rPr>
              <a:t>Test: 12 istemci x 80 islem = 960 islem, 0 hata.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73AB7"/>
                </a:solidFill>
                <a:latin typeface="Arial"/>
              </a:rPr>
              <a:t>VibeMatch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8233C"/>
                </a:solidFill>
                <a:latin typeface="Arial"/>
              </a:rPr>
              <a:t>Veritabani — SQLite + DAO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Verileri SQLite'ta sakliyoruz — tek dosyalik, gomulu bir veritabani (vibematch.db). Ayri bir DB sunucusu kurmuyoruz.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11 tablo: users, messages, communities, memberships, posts, comments, friendships, notifications, user_interests, spotify_profiles, community_tags.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DAO pattern: her tablonun kendi sinifi. UserDao sadece users tablosuyla ilgilenir. SQL kodu ekranlara dagilmiyor, tek yerde toplaniyor.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73AB7"/>
                </a:solidFill>
                <a:latin typeface="Arial"/>
              </a:rPr>
              <a:t>VibeMatch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8233C"/>
                </a:solidFill>
                <a:latin typeface="Arial"/>
              </a:rPr>
              <a:t>Veritabani — Guvenlik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8233C"/>
                </a:solidFill>
                <a:latin typeface="Arial"/>
              </a:rPr>
              <a:t>Sifreleri asla duz metin saklamiyoruz. Her kullaniciya rastgele bir salt uretip sifreyi PBKDF2 ile hash'liyoruz — yavas, kirmasi zor. Veritabani calinsa bile sifreler okunamaz.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10332720" cy="2377440"/>
          </a:xfrm>
          <a:prstGeom prst="roundRect">
            <a:avLst/>
          </a:prstGeom>
          <a:solidFill>
            <a:srgbClr val="EC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673AB7"/>
                </a:solidFill>
                <a:latin typeface="Arial"/>
              </a:rPr>
              <a:t>"SQL injection'i nasil engelledin?"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8233C"/>
                </a:solidFill>
                <a:latin typeface="Arial"/>
              </a:rPr>
              <a:t>Tum sorgular prepared statement. Kullanicinin yazdigini SQL cumlesine yapistirmiyoruz — yerine soru isareti koyup girdiyi ayri gonderiyoruz. Kullanici komut yazsa bile veritabani onu duz veri sayar, calistirmaz.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73AB7"/>
                </a:solidFill>
                <a:latin typeface="Arial"/>
              </a:rPr>
              <a:t>VibeMatch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8233C"/>
                </a:solidFill>
                <a:latin typeface="Arial"/>
              </a:rPr>
              <a:t>Mesajlasma + Canli Bildirim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Mesaj gonderilince once iki kontrol: bos mu, ve iki kisi arkadas mi — degilse reddediyoruz. Sonra messages tablosuna kaydediyoruz.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Canli kisim: sunucu kimlerin cevrimici oldugunu bir listede tutuyor (online map). Alici cevrimiciyse mesaji beklemeden ona itiyoruz (push). Alicinin ekranindaki reader thread bunu yakalayip sohbeti kendiliginden yeniliyor.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6B6280"/>
                </a:solidFill>
                <a:latin typeface="Arial"/>
              </a:rPr>
              <a:t>Polling degil push: sunucu olay olunca kendisi haber veriyor — anlik ve verimli.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73AB7"/>
                </a:solidFill>
                <a:latin typeface="Arial"/>
              </a:rPr>
              <a:t>VibeMatch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8233C"/>
                </a:solidFill>
                <a:latin typeface="Arial"/>
              </a:rPr>
              <a:t>Arayuzu Backend'e Baglama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13 ekranin her birini gercek backend'e bagladim. Bunun icin bir Api sinifi yazdim — 343 satir, 52 metot — ekran ile sunucu arasindaki kopru.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28233C"/>
                </a:solidFill>
                <a:latin typeface="Arial"/>
              </a:rPr>
              <a:t>Koprüledigim uyumsuzluklar: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8233C"/>
                </a:solidFill>
                <a:latin typeface="Arial"/>
              </a:rPr>
              <a:t>•  Arayuz email ile calisiyordu, backend username istiyordu → email'den turettim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8233C"/>
                </a:solidFill>
                <a:latin typeface="Arial"/>
              </a:rPr>
              <a:t>•  Kisilik testi 3 soruydu, backend 16 istiyor → gercek 16 soruyla yeniden kurdum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8233C"/>
                </a:solidFill>
                <a:latin typeface="Arial"/>
              </a:rPr>
              <a:t>•  Grup sohbeti varsayilmisti, backend 1-1 mesajlasma → duzeni koruyup bagladim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673AB7"/>
                </a:solidFill>
                <a:latin typeface="Arial"/>
              </a:rPr>
              <a:t>Donma onleme: tum sunucu cagrilarini arka thread'e aldim (SwingWorker).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73AB7"/>
                </a:solidFill>
                <a:latin typeface="Arial"/>
              </a:rPr>
              <a:t>VibeMatch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8233C"/>
                </a:solidFill>
                <a:latin typeface="Arial"/>
              </a:rPr>
              <a:t>Bir istegin yolculugu (login)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737360"/>
            <a:ext cx="941832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spcAft>
                <a:spcPts val="600"/>
              </a:spcAft>
            </a:pPr>
            <a:r>
              <a:rPr sz="1900" b="0">
                <a:solidFill>
                  <a:srgbClr val="28233C"/>
                </a:solidFill>
                <a:latin typeface="Consolas"/>
              </a:rPr>
              <a:t>Ekran (view)  →  "api.login()" der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8233C"/>
                </a:solidFill>
                <a:latin typeface="Consolas"/>
              </a:rPr>
              <a:t>Api.java  →  JSON'a paketler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8233C"/>
                </a:solidFill>
                <a:latin typeface="Consolas"/>
              </a:rPr>
              <a:t>ServerClient  →  socket'ten yollar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8233C"/>
                </a:solidFill>
                <a:latin typeface="Consolas"/>
              </a:rPr>
              <a:t>Sunucu  →  isler, SQLite'a bakar, sifreyi dogrular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8233C"/>
                </a:solidFill>
                <a:latin typeface="Consolas"/>
              </a:rPr>
              <a:t>Api.java  →  gelen JSON'u User nesnesine cevirir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673AB7"/>
                </a:solidFill>
                <a:latin typeface="Consolas"/>
              </a:rPr>
              <a:t>Ekran  →  temiz User nesnesi alir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6280"/>
                </a:solidFill>
                <a:latin typeface="Arial"/>
              </a:rPr>
              <a:t>Ekran socket'i, JSON'u hic gormuyor — sadece "api.login()" diyor.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73AB7"/>
                </a:solidFill>
                <a:latin typeface="Arial"/>
              </a:rPr>
              <a:t>VibeMatch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8233C"/>
                </a:solidFill>
                <a:latin typeface="Arial"/>
              </a:rPr>
              <a:t>Canli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•  Sunucuyu baslat → "listening on port 5050"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•  Iki kullanici bagla → server "client connected" x2 gosterir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•  Kayit ol → gercek mail ile 6 haneli dogrulama kodu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•  Ilgi sec → 16 soruluk kisilik testi → INFP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•  Chats → arkadas ekle → obur pencerede kabul et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•  Mesaj at → ANINDA belirir + bildirim sayaci artar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28233C"/>
                </a:solidFill>
                <a:latin typeface="Arial"/>
              </a:rPr>
              <a:t>•  Kapat-ac → veriler duruyor (kalicilik)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5000" b="1">
                <a:solidFill>
                  <a:srgbClr val="673AB7"/>
                </a:solidFill>
                <a:latin typeface="Arial"/>
              </a:rPr>
              <a:t>Tesekkurler</a:t>
            </a:r>
          </a:p>
          <a:p>
            <a:pPr algn="ctr"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14 sunucu sinifi  •  7 DAO  •  11 tablo  •  Api: 343 satir / 52 metot</a:t>
            </a:r>
          </a:p>
          <a:p>
            <a:pPr algn="ctr">
              <a:spcAft>
                <a:spcPts val="24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13 ekran backend'e baglandi  •  12 istemci eszamanlilik testi: 0 hata</a:t>
            </a:r>
          </a:p>
          <a:p>
            <a:pPr algn="ctr">
              <a:spcAft>
                <a:spcPts val="800"/>
              </a:spcAft>
            </a:pPr>
            <a:r>
              <a:rPr sz="2600" b="1">
                <a:solidFill>
                  <a:srgbClr val="CFB9EE"/>
                </a:solidFill>
                <a:latin typeface="Arial"/>
              </a:rPr>
              <a:t>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